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Ongoing Costco Products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  <a:gridCol w="1371600"/>
                <a:gridCol w="18288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Product Name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Original Price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Promotional Price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Manufacturer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Expiry Date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{{DATA_ROW}}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Costco Ongoing Products</dc:title>
  <dc:subject>PptxGenJS Presentation</dc:subject>
  <dc:creator>workflow-automate</dc:creator>
  <cp:lastModifiedBy>workflow-automate</cp:lastModifiedBy>
  <cp:revision>1</cp:revision>
  <dcterms:created xsi:type="dcterms:W3CDTF">2026-06-28T02:36:08Z</dcterms:created>
  <dcterms:modified xsi:type="dcterms:W3CDTF">2026-06-28T02:36:08Z</dcterms:modified>
</cp:coreProperties>
</file>